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2" r:id="rId6"/>
    <p:sldId id="263" r:id="rId7"/>
    <p:sldId id="264" r:id="rId8"/>
    <p:sldId id="265" r:id="rId9"/>
    <p:sldId id="266" r:id="rId10"/>
    <p:sldId id="26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913D3C-9D40-43AF-B87E-A7310BFB35C9}" v="1" dt="2026-06-11T12:54:58.1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MKAR HATTALI" userId="0a003c4ac57eb687" providerId="LiveId" clId="{00A0D45A-850C-4E62-A114-87007617CF87}"/>
    <pc:docChg chg="undo custSel addSld delSld modSld">
      <pc:chgData name="OMKAR HATTALI" userId="0a003c4ac57eb687" providerId="LiveId" clId="{00A0D45A-850C-4E62-A114-87007617CF87}" dt="2026-06-11T12:59:51.670" v="70" actId="2696"/>
      <pc:docMkLst>
        <pc:docMk/>
      </pc:docMkLst>
      <pc:sldChg chg="addSp delSp modSp mod">
        <pc:chgData name="OMKAR HATTALI" userId="0a003c4ac57eb687" providerId="LiveId" clId="{00A0D45A-850C-4E62-A114-87007617CF87}" dt="2026-06-11T07:13:48.094" v="32" actId="1076"/>
        <pc:sldMkLst>
          <pc:docMk/>
          <pc:sldMk cId="43026868" sldId="256"/>
        </pc:sldMkLst>
        <pc:spChg chg="del mod">
          <ac:chgData name="OMKAR HATTALI" userId="0a003c4ac57eb687" providerId="LiveId" clId="{00A0D45A-850C-4E62-A114-87007617CF87}" dt="2026-06-11T07:13:45.058" v="31"/>
          <ac:spMkLst>
            <pc:docMk/>
            <pc:sldMk cId="43026868" sldId="256"/>
            <ac:spMk id="5" creationId="{B28596E9-CE5D-0138-079F-B8AD8B2DDD6B}"/>
          </ac:spMkLst>
        </pc:spChg>
        <pc:spChg chg="mod">
          <ac:chgData name="OMKAR HATTALI" userId="0a003c4ac57eb687" providerId="LiveId" clId="{00A0D45A-850C-4E62-A114-87007617CF87}" dt="2026-06-11T07:13:30.148" v="25" actId="20577"/>
          <ac:spMkLst>
            <pc:docMk/>
            <pc:sldMk cId="43026868" sldId="256"/>
            <ac:spMk id="6" creationId="{FE7D1D9D-A29F-EE7F-DA7C-7472C7F71E2F}"/>
          </ac:spMkLst>
        </pc:spChg>
        <pc:picChg chg="add mod">
          <ac:chgData name="OMKAR HATTALI" userId="0a003c4ac57eb687" providerId="LiveId" clId="{00A0D45A-850C-4E62-A114-87007617CF87}" dt="2026-06-11T07:13:48.094" v="32" actId="1076"/>
          <ac:picMkLst>
            <pc:docMk/>
            <pc:sldMk cId="43026868" sldId="256"/>
            <ac:picMk id="8" creationId="{83F369E0-E542-F5BF-6D3C-E3EC9EBD5855}"/>
          </ac:picMkLst>
        </pc:picChg>
      </pc:sldChg>
      <pc:sldChg chg="del">
        <pc:chgData name="OMKAR HATTALI" userId="0a003c4ac57eb687" providerId="LiveId" clId="{00A0D45A-850C-4E62-A114-87007617CF87}" dt="2026-06-11T12:59:51.670" v="70" actId="2696"/>
        <pc:sldMkLst>
          <pc:docMk/>
          <pc:sldMk cId="3398329343" sldId="261"/>
        </pc:sldMkLst>
      </pc:sldChg>
      <pc:sldChg chg="addSp delSp modSp new mod">
        <pc:chgData name="OMKAR HATTALI" userId="0a003c4ac57eb687" providerId="LiveId" clId="{00A0D45A-850C-4E62-A114-87007617CF87}" dt="2026-06-11T12:57:00.043" v="63" actId="1076"/>
        <pc:sldMkLst>
          <pc:docMk/>
          <pc:sldMk cId="3075284470" sldId="265"/>
        </pc:sldMkLst>
        <pc:spChg chg="add mod">
          <ac:chgData name="OMKAR HATTALI" userId="0a003c4ac57eb687" providerId="LiveId" clId="{00A0D45A-850C-4E62-A114-87007617CF87}" dt="2026-06-11T12:55:15.372" v="48" actId="113"/>
          <ac:spMkLst>
            <pc:docMk/>
            <pc:sldMk cId="3075284470" sldId="265"/>
            <ac:spMk id="6" creationId="{ABDD7969-A484-6442-3887-8A7563429407}"/>
          </ac:spMkLst>
        </pc:spChg>
        <pc:picChg chg="add del mod">
          <ac:chgData name="OMKAR HATTALI" userId="0a003c4ac57eb687" providerId="LiveId" clId="{00A0D45A-850C-4E62-A114-87007617CF87}" dt="2026-06-11T12:54:29.128" v="35" actId="931"/>
          <ac:picMkLst>
            <pc:docMk/>
            <pc:sldMk cId="3075284470" sldId="265"/>
            <ac:picMk id="3" creationId="{5F0B509D-ABC4-FBC0-5CAC-6194B75CC473}"/>
          </ac:picMkLst>
        </pc:picChg>
        <pc:picChg chg="add mod">
          <ac:chgData name="OMKAR HATTALI" userId="0a003c4ac57eb687" providerId="LiveId" clId="{00A0D45A-850C-4E62-A114-87007617CF87}" dt="2026-06-11T12:57:00.043" v="63" actId="1076"/>
          <ac:picMkLst>
            <pc:docMk/>
            <pc:sldMk cId="3075284470" sldId="265"/>
            <ac:picMk id="5" creationId="{70BF2267-B62D-BF2E-5CAC-81DA630C08B1}"/>
          </ac:picMkLst>
        </pc:picChg>
        <pc:picChg chg="add mod">
          <ac:chgData name="OMKAR HATTALI" userId="0a003c4ac57eb687" providerId="LiveId" clId="{00A0D45A-850C-4E62-A114-87007617CF87}" dt="2026-06-11T12:56:57.919" v="62" actId="1076"/>
          <ac:picMkLst>
            <pc:docMk/>
            <pc:sldMk cId="3075284470" sldId="265"/>
            <ac:picMk id="8" creationId="{B9CDFFAC-E0AB-14B5-1145-002DBA324F83}"/>
          </ac:picMkLst>
        </pc:picChg>
        <pc:picChg chg="add del mod">
          <ac:chgData name="OMKAR HATTALI" userId="0a003c4ac57eb687" providerId="LiveId" clId="{00A0D45A-850C-4E62-A114-87007617CF87}" dt="2026-06-11T12:56:46.536" v="59" actId="931"/>
          <ac:picMkLst>
            <pc:docMk/>
            <pc:sldMk cId="3075284470" sldId="265"/>
            <ac:picMk id="10" creationId="{F1107F2C-BD81-E691-9A67-31E7B69AA898}"/>
          </ac:picMkLst>
        </pc:picChg>
      </pc:sldChg>
      <pc:sldChg chg="addSp modSp new mod">
        <pc:chgData name="OMKAR HATTALI" userId="0a003c4ac57eb687" providerId="LiveId" clId="{00A0D45A-850C-4E62-A114-87007617CF87}" dt="2026-06-11T12:57:36.416" v="69" actId="1076"/>
        <pc:sldMkLst>
          <pc:docMk/>
          <pc:sldMk cId="1346919506" sldId="266"/>
        </pc:sldMkLst>
        <pc:picChg chg="add mod">
          <ac:chgData name="OMKAR HATTALI" userId="0a003c4ac57eb687" providerId="LiveId" clId="{00A0D45A-850C-4E62-A114-87007617CF87}" dt="2026-06-11T12:57:16.142" v="66" actId="1076"/>
          <ac:picMkLst>
            <pc:docMk/>
            <pc:sldMk cId="1346919506" sldId="266"/>
            <ac:picMk id="3" creationId="{239639AF-64C3-2D2D-472B-6C63E8205A21}"/>
          </ac:picMkLst>
        </pc:picChg>
        <pc:picChg chg="add mod">
          <ac:chgData name="OMKAR HATTALI" userId="0a003c4ac57eb687" providerId="LiveId" clId="{00A0D45A-850C-4E62-A114-87007617CF87}" dt="2026-06-11T12:57:36.416" v="69" actId="1076"/>
          <ac:picMkLst>
            <pc:docMk/>
            <pc:sldMk cId="1346919506" sldId="266"/>
            <ac:picMk id="5" creationId="{66F58BDC-A6A8-75D5-CEEF-684F80675645}"/>
          </ac:picMkLst>
        </pc:picChg>
      </pc:sldChg>
      <pc:sldChg chg="new del">
        <pc:chgData name="OMKAR HATTALI" userId="0a003c4ac57eb687" providerId="LiveId" clId="{00A0D45A-850C-4E62-A114-87007617CF87}" dt="2026-06-11T12:56:43.814" v="57" actId="680"/>
        <pc:sldMkLst>
          <pc:docMk/>
          <pc:sldMk cId="3130714075" sldId="2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AFAF86-72BE-4936-8F8A-9BD2A2A4DBB9}" type="datetimeFigureOut">
              <a:rPr lang="en-IN" smtClean="0"/>
              <a:t>11-06-2026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8B684A-922E-4B24-8443-A1C0226EAE81}" type="slidenum">
              <a:rPr lang="en-IN" smtClean="0"/>
              <a:t>‹#›</a:t>
            </a:fld>
            <a:endParaRPr lang="en-IN"/>
          </a:p>
        </p:txBody>
      </p:sp>
    </p:spTree>
    <p:extLst>
      <p:ext uri="{BB962C8B-B14F-4D97-AF65-F5344CB8AC3E}">
        <p14:creationId xmlns:p14="http://schemas.microsoft.com/office/powerpoint/2010/main" val="117547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358C8-6A8F-7D5F-7974-6784B7D014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544236E-54A8-C41E-F72B-82DDDD1009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10E9EEF-9397-6BCE-C8FA-CAD69BA2CB73}"/>
              </a:ext>
            </a:extLst>
          </p:cNvPr>
          <p:cNvSpPr>
            <a:spLocks noGrp="1"/>
          </p:cNvSpPr>
          <p:nvPr>
            <p:ph type="dt" sz="half" idx="10"/>
          </p:nvPr>
        </p:nvSpPr>
        <p:spPr/>
        <p:txBody>
          <a:bodyPr/>
          <a:lstStyle/>
          <a:p>
            <a:fld id="{51958F1F-D6CD-4982-B2CB-3F6D208896B5}" type="datetimeFigureOut">
              <a:rPr lang="en-IN" smtClean="0"/>
              <a:t>11-06-2026</a:t>
            </a:fld>
            <a:endParaRPr lang="en-IN"/>
          </a:p>
        </p:txBody>
      </p:sp>
      <p:sp>
        <p:nvSpPr>
          <p:cNvPr id="5" name="Footer Placeholder 4">
            <a:extLst>
              <a:ext uri="{FF2B5EF4-FFF2-40B4-BE49-F238E27FC236}">
                <a16:creationId xmlns:a16="http://schemas.microsoft.com/office/drawing/2014/main" id="{21D9FF8F-AC05-326C-FA2C-615A186F7A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06A248-3EEC-CBE3-E8CD-752C04A80C7F}"/>
              </a:ext>
            </a:extLst>
          </p:cNvPr>
          <p:cNvSpPr>
            <a:spLocks noGrp="1"/>
          </p:cNvSpPr>
          <p:nvPr>
            <p:ph type="sldNum" sz="quarter" idx="12"/>
          </p:nvPr>
        </p:nvSpPr>
        <p:spPr/>
        <p:txBody>
          <a:bodyPr/>
          <a:lstStyle/>
          <a:p>
            <a:fld id="{93C4E549-A331-4972-AAC5-19BA3F5577B9}" type="slidenum">
              <a:rPr lang="en-IN" smtClean="0"/>
              <a:t>‹#›</a:t>
            </a:fld>
            <a:endParaRPr lang="en-IN"/>
          </a:p>
        </p:txBody>
      </p:sp>
    </p:spTree>
    <p:extLst>
      <p:ext uri="{BB962C8B-B14F-4D97-AF65-F5344CB8AC3E}">
        <p14:creationId xmlns:p14="http://schemas.microsoft.com/office/powerpoint/2010/main" val="4241822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338E9-2B5C-5244-C774-2F0B72C2490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785A925-B27B-52E7-3F80-A7529E006A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F33292-7799-9071-C9C1-3CAC125783C4}"/>
              </a:ext>
            </a:extLst>
          </p:cNvPr>
          <p:cNvSpPr>
            <a:spLocks noGrp="1"/>
          </p:cNvSpPr>
          <p:nvPr>
            <p:ph type="dt" sz="half" idx="10"/>
          </p:nvPr>
        </p:nvSpPr>
        <p:spPr/>
        <p:txBody>
          <a:bodyPr/>
          <a:lstStyle/>
          <a:p>
            <a:fld id="{51958F1F-D6CD-4982-B2CB-3F6D208896B5}" type="datetimeFigureOut">
              <a:rPr lang="en-IN" smtClean="0"/>
              <a:t>11-06-2026</a:t>
            </a:fld>
            <a:endParaRPr lang="en-IN"/>
          </a:p>
        </p:txBody>
      </p:sp>
      <p:sp>
        <p:nvSpPr>
          <p:cNvPr id="5" name="Footer Placeholder 4">
            <a:extLst>
              <a:ext uri="{FF2B5EF4-FFF2-40B4-BE49-F238E27FC236}">
                <a16:creationId xmlns:a16="http://schemas.microsoft.com/office/drawing/2014/main" id="{277FBA23-D21B-34FA-0B53-699777700E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8D6E9C-8345-EC26-6BC6-DB8C2E157298}"/>
              </a:ext>
            </a:extLst>
          </p:cNvPr>
          <p:cNvSpPr>
            <a:spLocks noGrp="1"/>
          </p:cNvSpPr>
          <p:nvPr>
            <p:ph type="sldNum" sz="quarter" idx="12"/>
          </p:nvPr>
        </p:nvSpPr>
        <p:spPr/>
        <p:txBody>
          <a:bodyPr/>
          <a:lstStyle/>
          <a:p>
            <a:fld id="{93C4E549-A331-4972-AAC5-19BA3F5577B9}" type="slidenum">
              <a:rPr lang="en-IN" smtClean="0"/>
              <a:t>‹#›</a:t>
            </a:fld>
            <a:endParaRPr lang="en-IN"/>
          </a:p>
        </p:txBody>
      </p:sp>
    </p:spTree>
    <p:extLst>
      <p:ext uri="{BB962C8B-B14F-4D97-AF65-F5344CB8AC3E}">
        <p14:creationId xmlns:p14="http://schemas.microsoft.com/office/powerpoint/2010/main" val="3691854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A6EC9-7C07-1D42-C04A-096A111911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1288429-6671-3C1D-3616-78255A410B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BA283E-5944-19E4-C916-47559D268828}"/>
              </a:ext>
            </a:extLst>
          </p:cNvPr>
          <p:cNvSpPr>
            <a:spLocks noGrp="1"/>
          </p:cNvSpPr>
          <p:nvPr>
            <p:ph type="dt" sz="half" idx="10"/>
          </p:nvPr>
        </p:nvSpPr>
        <p:spPr/>
        <p:txBody>
          <a:bodyPr/>
          <a:lstStyle/>
          <a:p>
            <a:fld id="{51958F1F-D6CD-4982-B2CB-3F6D208896B5}" type="datetimeFigureOut">
              <a:rPr lang="en-IN" smtClean="0"/>
              <a:t>11-06-2026</a:t>
            </a:fld>
            <a:endParaRPr lang="en-IN"/>
          </a:p>
        </p:txBody>
      </p:sp>
      <p:sp>
        <p:nvSpPr>
          <p:cNvPr id="5" name="Footer Placeholder 4">
            <a:extLst>
              <a:ext uri="{FF2B5EF4-FFF2-40B4-BE49-F238E27FC236}">
                <a16:creationId xmlns:a16="http://schemas.microsoft.com/office/drawing/2014/main" id="{66360E56-3CC9-8B8E-5A07-EFF2C91660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D60434-C667-3B31-C9C2-6073A2D87667}"/>
              </a:ext>
            </a:extLst>
          </p:cNvPr>
          <p:cNvSpPr>
            <a:spLocks noGrp="1"/>
          </p:cNvSpPr>
          <p:nvPr>
            <p:ph type="sldNum" sz="quarter" idx="12"/>
          </p:nvPr>
        </p:nvSpPr>
        <p:spPr/>
        <p:txBody>
          <a:bodyPr/>
          <a:lstStyle/>
          <a:p>
            <a:fld id="{93C4E549-A331-4972-AAC5-19BA3F5577B9}" type="slidenum">
              <a:rPr lang="en-IN" smtClean="0"/>
              <a:t>‹#›</a:t>
            </a:fld>
            <a:endParaRPr lang="en-IN"/>
          </a:p>
        </p:txBody>
      </p:sp>
    </p:spTree>
    <p:extLst>
      <p:ext uri="{BB962C8B-B14F-4D97-AF65-F5344CB8AC3E}">
        <p14:creationId xmlns:p14="http://schemas.microsoft.com/office/powerpoint/2010/main" val="1461312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CBF7D-514C-32D0-5482-4EA8FEEAD8C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41A4F0B-7051-2954-EFCD-F41458A0B0B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CD09DFC-D0D0-8C02-D4FF-E2CA833463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A0F83B2-BB28-C921-2727-1F7E41AC3CD4}"/>
              </a:ext>
            </a:extLst>
          </p:cNvPr>
          <p:cNvSpPr>
            <a:spLocks noGrp="1"/>
          </p:cNvSpPr>
          <p:nvPr>
            <p:ph type="dt" sz="half" idx="10"/>
          </p:nvPr>
        </p:nvSpPr>
        <p:spPr/>
        <p:txBody>
          <a:bodyPr/>
          <a:lstStyle/>
          <a:p>
            <a:fld id="{51958F1F-D6CD-4982-B2CB-3F6D208896B5}" type="datetimeFigureOut">
              <a:rPr lang="en-IN" smtClean="0"/>
              <a:t>11-06-2026</a:t>
            </a:fld>
            <a:endParaRPr lang="en-IN"/>
          </a:p>
        </p:txBody>
      </p:sp>
      <p:sp>
        <p:nvSpPr>
          <p:cNvPr id="6" name="Footer Placeholder 5">
            <a:extLst>
              <a:ext uri="{FF2B5EF4-FFF2-40B4-BE49-F238E27FC236}">
                <a16:creationId xmlns:a16="http://schemas.microsoft.com/office/drawing/2014/main" id="{945525C7-D042-23DE-4F64-1D7D767415E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3C47998-EC52-6C25-2BB4-CD47D5DFCCFF}"/>
              </a:ext>
            </a:extLst>
          </p:cNvPr>
          <p:cNvSpPr>
            <a:spLocks noGrp="1"/>
          </p:cNvSpPr>
          <p:nvPr>
            <p:ph type="sldNum" sz="quarter" idx="12"/>
          </p:nvPr>
        </p:nvSpPr>
        <p:spPr/>
        <p:txBody>
          <a:bodyPr/>
          <a:lstStyle/>
          <a:p>
            <a:fld id="{93C4E549-A331-4972-AAC5-19BA3F5577B9}" type="slidenum">
              <a:rPr lang="en-IN" smtClean="0"/>
              <a:t>‹#›</a:t>
            </a:fld>
            <a:endParaRPr lang="en-IN"/>
          </a:p>
        </p:txBody>
      </p:sp>
    </p:spTree>
    <p:extLst>
      <p:ext uri="{BB962C8B-B14F-4D97-AF65-F5344CB8AC3E}">
        <p14:creationId xmlns:p14="http://schemas.microsoft.com/office/powerpoint/2010/main" val="592068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E31DA-E549-5078-9DAE-31CF13F9BD8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B6C22BA-22E7-B426-74E6-F5E5191CAF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D8DD59-EC66-B0F6-4124-1288BF246C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C7C70AD-453D-3ACA-BBD1-305DFE1D4F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E41F33-3CC3-30A0-1B83-A377E32AB72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4806C96-E234-28C3-9746-D5DAC6E9BADC}"/>
              </a:ext>
            </a:extLst>
          </p:cNvPr>
          <p:cNvSpPr>
            <a:spLocks noGrp="1"/>
          </p:cNvSpPr>
          <p:nvPr>
            <p:ph type="dt" sz="half" idx="10"/>
          </p:nvPr>
        </p:nvSpPr>
        <p:spPr/>
        <p:txBody>
          <a:bodyPr/>
          <a:lstStyle/>
          <a:p>
            <a:fld id="{51958F1F-D6CD-4982-B2CB-3F6D208896B5}" type="datetimeFigureOut">
              <a:rPr lang="en-IN" smtClean="0"/>
              <a:t>11-06-2026</a:t>
            </a:fld>
            <a:endParaRPr lang="en-IN"/>
          </a:p>
        </p:txBody>
      </p:sp>
      <p:sp>
        <p:nvSpPr>
          <p:cNvPr id="8" name="Footer Placeholder 7">
            <a:extLst>
              <a:ext uri="{FF2B5EF4-FFF2-40B4-BE49-F238E27FC236}">
                <a16:creationId xmlns:a16="http://schemas.microsoft.com/office/drawing/2014/main" id="{3FD4DEF7-6C70-6873-E348-9E14A9CD934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467D2BF-BE8D-4541-89FE-23ECCB79A5D1}"/>
              </a:ext>
            </a:extLst>
          </p:cNvPr>
          <p:cNvSpPr>
            <a:spLocks noGrp="1"/>
          </p:cNvSpPr>
          <p:nvPr>
            <p:ph type="sldNum" sz="quarter" idx="12"/>
          </p:nvPr>
        </p:nvSpPr>
        <p:spPr/>
        <p:txBody>
          <a:bodyPr/>
          <a:lstStyle/>
          <a:p>
            <a:fld id="{93C4E549-A331-4972-AAC5-19BA3F5577B9}" type="slidenum">
              <a:rPr lang="en-IN" smtClean="0"/>
              <a:t>‹#›</a:t>
            </a:fld>
            <a:endParaRPr lang="en-IN"/>
          </a:p>
        </p:txBody>
      </p:sp>
    </p:spTree>
    <p:extLst>
      <p:ext uri="{BB962C8B-B14F-4D97-AF65-F5344CB8AC3E}">
        <p14:creationId xmlns:p14="http://schemas.microsoft.com/office/powerpoint/2010/main" val="16332408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CB639-CDE0-2C61-B2EF-03C1BD238B5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038C30E-29FB-B296-DC22-CFDE35CBA3AD}"/>
              </a:ext>
            </a:extLst>
          </p:cNvPr>
          <p:cNvSpPr>
            <a:spLocks noGrp="1"/>
          </p:cNvSpPr>
          <p:nvPr>
            <p:ph type="dt" sz="half" idx="10"/>
          </p:nvPr>
        </p:nvSpPr>
        <p:spPr/>
        <p:txBody>
          <a:bodyPr/>
          <a:lstStyle/>
          <a:p>
            <a:fld id="{51958F1F-D6CD-4982-B2CB-3F6D208896B5}" type="datetimeFigureOut">
              <a:rPr lang="en-IN" smtClean="0"/>
              <a:t>11-06-2026</a:t>
            </a:fld>
            <a:endParaRPr lang="en-IN"/>
          </a:p>
        </p:txBody>
      </p:sp>
      <p:sp>
        <p:nvSpPr>
          <p:cNvPr id="4" name="Footer Placeholder 3">
            <a:extLst>
              <a:ext uri="{FF2B5EF4-FFF2-40B4-BE49-F238E27FC236}">
                <a16:creationId xmlns:a16="http://schemas.microsoft.com/office/drawing/2014/main" id="{142F7E7D-C510-A5F7-D12F-B8BBF8B0BDD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09ECACB-CF95-9555-2406-81B25AD8072B}"/>
              </a:ext>
            </a:extLst>
          </p:cNvPr>
          <p:cNvSpPr>
            <a:spLocks noGrp="1"/>
          </p:cNvSpPr>
          <p:nvPr>
            <p:ph type="sldNum" sz="quarter" idx="12"/>
          </p:nvPr>
        </p:nvSpPr>
        <p:spPr/>
        <p:txBody>
          <a:bodyPr/>
          <a:lstStyle/>
          <a:p>
            <a:fld id="{93C4E549-A331-4972-AAC5-19BA3F5577B9}" type="slidenum">
              <a:rPr lang="en-IN" smtClean="0"/>
              <a:t>‹#›</a:t>
            </a:fld>
            <a:endParaRPr lang="en-IN"/>
          </a:p>
        </p:txBody>
      </p:sp>
    </p:spTree>
    <p:extLst>
      <p:ext uri="{BB962C8B-B14F-4D97-AF65-F5344CB8AC3E}">
        <p14:creationId xmlns:p14="http://schemas.microsoft.com/office/powerpoint/2010/main" val="4053773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728B37-7435-03EA-8156-B9A871CED285}"/>
              </a:ext>
            </a:extLst>
          </p:cNvPr>
          <p:cNvSpPr>
            <a:spLocks noGrp="1"/>
          </p:cNvSpPr>
          <p:nvPr>
            <p:ph type="dt" sz="half" idx="10"/>
          </p:nvPr>
        </p:nvSpPr>
        <p:spPr/>
        <p:txBody>
          <a:bodyPr/>
          <a:lstStyle/>
          <a:p>
            <a:fld id="{51958F1F-D6CD-4982-B2CB-3F6D208896B5}" type="datetimeFigureOut">
              <a:rPr lang="en-IN" smtClean="0"/>
              <a:t>11-06-2026</a:t>
            </a:fld>
            <a:endParaRPr lang="en-IN"/>
          </a:p>
        </p:txBody>
      </p:sp>
      <p:sp>
        <p:nvSpPr>
          <p:cNvPr id="3" name="Footer Placeholder 2">
            <a:extLst>
              <a:ext uri="{FF2B5EF4-FFF2-40B4-BE49-F238E27FC236}">
                <a16:creationId xmlns:a16="http://schemas.microsoft.com/office/drawing/2014/main" id="{507222C9-CE65-F398-F162-5D7D752DE5E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0A928DD-6419-8FD3-8009-588304E26E8E}"/>
              </a:ext>
            </a:extLst>
          </p:cNvPr>
          <p:cNvSpPr>
            <a:spLocks noGrp="1"/>
          </p:cNvSpPr>
          <p:nvPr>
            <p:ph type="sldNum" sz="quarter" idx="12"/>
          </p:nvPr>
        </p:nvSpPr>
        <p:spPr/>
        <p:txBody>
          <a:bodyPr/>
          <a:lstStyle/>
          <a:p>
            <a:fld id="{93C4E549-A331-4972-AAC5-19BA3F5577B9}" type="slidenum">
              <a:rPr lang="en-IN" smtClean="0"/>
              <a:t>‹#›</a:t>
            </a:fld>
            <a:endParaRPr lang="en-IN"/>
          </a:p>
        </p:txBody>
      </p:sp>
    </p:spTree>
    <p:extLst>
      <p:ext uri="{BB962C8B-B14F-4D97-AF65-F5344CB8AC3E}">
        <p14:creationId xmlns:p14="http://schemas.microsoft.com/office/powerpoint/2010/main" val="3124921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BFBA1-0F9D-6DDC-7FF4-F272A699F2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375B472-4977-4640-CFA1-6DD60058C9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C235F98-AC65-7132-7B94-A8D35D351A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35C092-7BFB-E070-7962-16B120EDEF85}"/>
              </a:ext>
            </a:extLst>
          </p:cNvPr>
          <p:cNvSpPr>
            <a:spLocks noGrp="1"/>
          </p:cNvSpPr>
          <p:nvPr>
            <p:ph type="dt" sz="half" idx="10"/>
          </p:nvPr>
        </p:nvSpPr>
        <p:spPr/>
        <p:txBody>
          <a:bodyPr/>
          <a:lstStyle/>
          <a:p>
            <a:fld id="{51958F1F-D6CD-4982-B2CB-3F6D208896B5}" type="datetimeFigureOut">
              <a:rPr lang="en-IN" smtClean="0"/>
              <a:t>11-06-2026</a:t>
            </a:fld>
            <a:endParaRPr lang="en-IN"/>
          </a:p>
        </p:txBody>
      </p:sp>
      <p:sp>
        <p:nvSpPr>
          <p:cNvPr id="6" name="Footer Placeholder 5">
            <a:extLst>
              <a:ext uri="{FF2B5EF4-FFF2-40B4-BE49-F238E27FC236}">
                <a16:creationId xmlns:a16="http://schemas.microsoft.com/office/drawing/2014/main" id="{06B232BC-3355-93DF-D1E2-F6A8A5DAB6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B6BE5F5-1BC2-E806-3334-FE0EE3DF0BAC}"/>
              </a:ext>
            </a:extLst>
          </p:cNvPr>
          <p:cNvSpPr>
            <a:spLocks noGrp="1"/>
          </p:cNvSpPr>
          <p:nvPr>
            <p:ph type="sldNum" sz="quarter" idx="12"/>
          </p:nvPr>
        </p:nvSpPr>
        <p:spPr/>
        <p:txBody>
          <a:bodyPr/>
          <a:lstStyle/>
          <a:p>
            <a:fld id="{93C4E549-A331-4972-AAC5-19BA3F5577B9}" type="slidenum">
              <a:rPr lang="en-IN" smtClean="0"/>
              <a:t>‹#›</a:t>
            </a:fld>
            <a:endParaRPr lang="en-IN"/>
          </a:p>
        </p:txBody>
      </p:sp>
    </p:spTree>
    <p:extLst>
      <p:ext uri="{BB962C8B-B14F-4D97-AF65-F5344CB8AC3E}">
        <p14:creationId xmlns:p14="http://schemas.microsoft.com/office/powerpoint/2010/main" val="333095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C2B92-1488-A9FE-96BF-908DB27F53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6989168-1FE6-5EF6-87DF-DFDAE16CFD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8B994FC-DA2E-AF83-F340-220F0F7B8F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91BC19-68BA-0A6D-A5A1-E24A15164332}"/>
              </a:ext>
            </a:extLst>
          </p:cNvPr>
          <p:cNvSpPr>
            <a:spLocks noGrp="1"/>
          </p:cNvSpPr>
          <p:nvPr>
            <p:ph type="dt" sz="half" idx="10"/>
          </p:nvPr>
        </p:nvSpPr>
        <p:spPr/>
        <p:txBody>
          <a:bodyPr/>
          <a:lstStyle/>
          <a:p>
            <a:fld id="{51958F1F-D6CD-4982-B2CB-3F6D208896B5}" type="datetimeFigureOut">
              <a:rPr lang="en-IN" smtClean="0"/>
              <a:t>11-06-2026</a:t>
            </a:fld>
            <a:endParaRPr lang="en-IN"/>
          </a:p>
        </p:txBody>
      </p:sp>
      <p:sp>
        <p:nvSpPr>
          <p:cNvPr id="6" name="Footer Placeholder 5">
            <a:extLst>
              <a:ext uri="{FF2B5EF4-FFF2-40B4-BE49-F238E27FC236}">
                <a16:creationId xmlns:a16="http://schemas.microsoft.com/office/drawing/2014/main" id="{E89BA799-2F4B-7DFF-673B-15F86D0C5A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E27ADA1-718B-D1EA-FF62-53E43D721114}"/>
              </a:ext>
            </a:extLst>
          </p:cNvPr>
          <p:cNvSpPr>
            <a:spLocks noGrp="1"/>
          </p:cNvSpPr>
          <p:nvPr>
            <p:ph type="sldNum" sz="quarter" idx="12"/>
          </p:nvPr>
        </p:nvSpPr>
        <p:spPr/>
        <p:txBody>
          <a:bodyPr/>
          <a:lstStyle/>
          <a:p>
            <a:fld id="{93C4E549-A331-4972-AAC5-19BA3F5577B9}" type="slidenum">
              <a:rPr lang="en-IN" smtClean="0"/>
              <a:t>‹#›</a:t>
            </a:fld>
            <a:endParaRPr lang="en-IN"/>
          </a:p>
        </p:txBody>
      </p:sp>
    </p:spTree>
    <p:extLst>
      <p:ext uri="{BB962C8B-B14F-4D97-AF65-F5344CB8AC3E}">
        <p14:creationId xmlns:p14="http://schemas.microsoft.com/office/powerpoint/2010/main" val="1359435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97C6D-DB0E-14A3-C464-11C89F2B763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781A14C-6650-DAC2-0C5C-92A37E9106D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8F4620-F2CB-81F4-F9C7-515C088AC00E}"/>
              </a:ext>
            </a:extLst>
          </p:cNvPr>
          <p:cNvSpPr>
            <a:spLocks noGrp="1"/>
          </p:cNvSpPr>
          <p:nvPr>
            <p:ph type="dt" sz="half" idx="10"/>
          </p:nvPr>
        </p:nvSpPr>
        <p:spPr/>
        <p:txBody>
          <a:bodyPr/>
          <a:lstStyle/>
          <a:p>
            <a:fld id="{51958F1F-D6CD-4982-B2CB-3F6D208896B5}" type="datetimeFigureOut">
              <a:rPr lang="en-IN" smtClean="0"/>
              <a:t>11-06-2026</a:t>
            </a:fld>
            <a:endParaRPr lang="en-IN"/>
          </a:p>
        </p:txBody>
      </p:sp>
      <p:sp>
        <p:nvSpPr>
          <p:cNvPr id="5" name="Footer Placeholder 4">
            <a:extLst>
              <a:ext uri="{FF2B5EF4-FFF2-40B4-BE49-F238E27FC236}">
                <a16:creationId xmlns:a16="http://schemas.microsoft.com/office/drawing/2014/main" id="{469F4684-0D25-4256-4457-C4F4FCB423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D9033D-D93A-5A9F-F20B-D12376286F7E}"/>
              </a:ext>
            </a:extLst>
          </p:cNvPr>
          <p:cNvSpPr>
            <a:spLocks noGrp="1"/>
          </p:cNvSpPr>
          <p:nvPr>
            <p:ph type="sldNum" sz="quarter" idx="12"/>
          </p:nvPr>
        </p:nvSpPr>
        <p:spPr/>
        <p:txBody>
          <a:bodyPr/>
          <a:lstStyle/>
          <a:p>
            <a:fld id="{93C4E549-A331-4972-AAC5-19BA3F5577B9}" type="slidenum">
              <a:rPr lang="en-IN" smtClean="0"/>
              <a:t>‹#›</a:t>
            </a:fld>
            <a:endParaRPr lang="en-IN"/>
          </a:p>
        </p:txBody>
      </p:sp>
    </p:spTree>
    <p:extLst>
      <p:ext uri="{BB962C8B-B14F-4D97-AF65-F5344CB8AC3E}">
        <p14:creationId xmlns:p14="http://schemas.microsoft.com/office/powerpoint/2010/main" val="3531346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BB066F-0AF2-D01E-C15B-6E3EDDDC136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939CDEA-E39E-CD0B-CD38-0431856CAA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A4AAA6-4D51-B3F4-CAA2-74A082D4CB2C}"/>
              </a:ext>
            </a:extLst>
          </p:cNvPr>
          <p:cNvSpPr>
            <a:spLocks noGrp="1"/>
          </p:cNvSpPr>
          <p:nvPr>
            <p:ph type="dt" sz="half" idx="10"/>
          </p:nvPr>
        </p:nvSpPr>
        <p:spPr/>
        <p:txBody>
          <a:bodyPr/>
          <a:lstStyle/>
          <a:p>
            <a:fld id="{51958F1F-D6CD-4982-B2CB-3F6D208896B5}" type="datetimeFigureOut">
              <a:rPr lang="en-IN" smtClean="0"/>
              <a:t>11-06-2026</a:t>
            </a:fld>
            <a:endParaRPr lang="en-IN"/>
          </a:p>
        </p:txBody>
      </p:sp>
      <p:sp>
        <p:nvSpPr>
          <p:cNvPr id="5" name="Footer Placeholder 4">
            <a:extLst>
              <a:ext uri="{FF2B5EF4-FFF2-40B4-BE49-F238E27FC236}">
                <a16:creationId xmlns:a16="http://schemas.microsoft.com/office/drawing/2014/main" id="{4236E8AD-A53D-A300-92BD-5F4834CDF7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088F5B-49D7-E8EF-40E9-BA2A9A519356}"/>
              </a:ext>
            </a:extLst>
          </p:cNvPr>
          <p:cNvSpPr>
            <a:spLocks noGrp="1"/>
          </p:cNvSpPr>
          <p:nvPr>
            <p:ph type="sldNum" sz="quarter" idx="12"/>
          </p:nvPr>
        </p:nvSpPr>
        <p:spPr/>
        <p:txBody>
          <a:bodyPr/>
          <a:lstStyle/>
          <a:p>
            <a:fld id="{93C4E549-A331-4972-AAC5-19BA3F5577B9}" type="slidenum">
              <a:rPr lang="en-IN" smtClean="0"/>
              <a:t>‹#›</a:t>
            </a:fld>
            <a:endParaRPr lang="en-IN"/>
          </a:p>
        </p:txBody>
      </p:sp>
    </p:spTree>
    <p:extLst>
      <p:ext uri="{BB962C8B-B14F-4D97-AF65-F5344CB8AC3E}">
        <p14:creationId xmlns:p14="http://schemas.microsoft.com/office/powerpoint/2010/main" val="2828310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0FB1F6-D313-230A-08CD-9405796D7F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39E649-5D21-D2EA-AB6E-D1C105E2D5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86D544-2ECB-42CB-7FA1-DB3EE1F2CB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1958F1F-D6CD-4982-B2CB-3F6D208896B5}" type="datetimeFigureOut">
              <a:rPr lang="en-IN" smtClean="0"/>
              <a:t>11-06-2026</a:t>
            </a:fld>
            <a:endParaRPr lang="en-IN"/>
          </a:p>
        </p:txBody>
      </p:sp>
      <p:sp>
        <p:nvSpPr>
          <p:cNvPr id="5" name="Footer Placeholder 4">
            <a:extLst>
              <a:ext uri="{FF2B5EF4-FFF2-40B4-BE49-F238E27FC236}">
                <a16:creationId xmlns:a16="http://schemas.microsoft.com/office/drawing/2014/main" id="{9C47AD72-3120-4797-FE7F-0BC8A95889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BF703F1-7441-C188-D87C-580D242478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3C4E549-A331-4972-AAC5-19BA3F5577B9}" type="slidenum">
              <a:rPr lang="en-IN" smtClean="0"/>
              <a:t>‹#›</a:t>
            </a:fld>
            <a:endParaRPr lang="en-IN"/>
          </a:p>
        </p:txBody>
      </p:sp>
    </p:spTree>
    <p:extLst>
      <p:ext uri="{BB962C8B-B14F-4D97-AF65-F5344CB8AC3E}">
        <p14:creationId xmlns:p14="http://schemas.microsoft.com/office/powerpoint/2010/main" val="11173194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4F0B3F4-35C5-12BA-E2DD-A3B817D5C80E}"/>
              </a:ext>
            </a:extLst>
          </p:cNvPr>
          <p:cNvSpPr txBox="1"/>
          <p:nvPr/>
        </p:nvSpPr>
        <p:spPr>
          <a:xfrm>
            <a:off x="0" y="0"/>
            <a:ext cx="2802194" cy="461665"/>
          </a:xfrm>
          <a:prstGeom prst="rect">
            <a:avLst/>
          </a:prstGeom>
          <a:noFill/>
        </p:spPr>
        <p:txBody>
          <a:bodyPr wrap="square" rtlCol="0">
            <a:spAutoFit/>
          </a:bodyPr>
          <a:lstStyle/>
          <a:p>
            <a:r>
              <a:rPr lang="en-US" sz="2400" dirty="0"/>
              <a:t>Project -</a:t>
            </a:r>
            <a:endParaRPr lang="en-IN" sz="2400" dirty="0"/>
          </a:p>
        </p:txBody>
      </p:sp>
      <p:sp>
        <p:nvSpPr>
          <p:cNvPr id="6" name="TextBox 5">
            <a:extLst>
              <a:ext uri="{FF2B5EF4-FFF2-40B4-BE49-F238E27FC236}">
                <a16:creationId xmlns:a16="http://schemas.microsoft.com/office/drawing/2014/main" id="{FE7D1D9D-A29F-EE7F-DA7C-7472C7F71E2F}"/>
              </a:ext>
            </a:extLst>
          </p:cNvPr>
          <p:cNvSpPr txBox="1"/>
          <p:nvPr/>
        </p:nvSpPr>
        <p:spPr>
          <a:xfrm>
            <a:off x="2644878" y="1543664"/>
            <a:ext cx="4336026" cy="1015663"/>
          </a:xfrm>
          <a:prstGeom prst="rect">
            <a:avLst/>
          </a:prstGeom>
          <a:noFill/>
        </p:spPr>
        <p:txBody>
          <a:bodyPr wrap="square" rtlCol="0">
            <a:spAutoFit/>
          </a:bodyPr>
          <a:lstStyle/>
          <a:p>
            <a:r>
              <a:rPr lang="en-US" sz="6000" b="1" dirty="0">
                <a:solidFill>
                  <a:schemeClr val="accent2">
                    <a:lumMod val="75000"/>
                  </a:schemeClr>
                </a:solidFill>
              </a:rPr>
              <a:t>  </a:t>
            </a:r>
            <a:endParaRPr lang="en-IN" sz="6000" b="1" u="sng" dirty="0">
              <a:solidFill>
                <a:schemeClr val="tx2">
                  <a:lumMod val="75000"/>
                  <a:lumOff val="25000"/>
                </a:schemeClr>
              </a:solidFill>
            </a:endParaRPr>
          </a:p>
        </p:txBody>
      </p:sp>
      <p:pic>
        <p:nvPicPr>
          <p:cNvPr id="8" name="Picture 7">
            <a:extLst>
              <a:ext uri="{FF2B5EF4-FFF2-40B4-BE49-F238E27FC236}">
                <a16:creationId xmlns:a16="http://schemas.microsoft.com/office/drawing/2014/main" id="{83F369E0-E542-F5BF-6D3C-E3EC9EBD58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457" y="334297"/>
            <a:ext cx="10736826" cy="6523703"/>
          </a:xfrm>
          <a:prstGeom prst="rect">
            <a:avLst/>
          </a:prstGeom>
        </p:spPr>
      </p:pic>
    </p:spTree>
    <p:extLst>
      <p:ext uri="{BB962C8B-B14F-4D97-AF65-F5344CB8AC3E}">
        <p14:creationId xmlns:p14="http://schemas.microsoft.com/office/powerpoint/2010/main" val="43026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5ACC67-969F-01DA-EB1D-2551B87C0B55}"/>
              </a:ext>
            </a:extLst>
          </p:cNvPr>
          <p:cNvSpPr txBox="1"/>
          <p:nvPr/>
        </p:nvSpPr>
        <p:spPr>
          <a:xfrm>
            <a:off x="0" y="0"/>
            <a:ext cx="12192000" cy="4524315"/>
          </a:xfrm>
          <a:prstGeom prst="rect">
            <a:avLst/>
          </a:prstGeom>
          <a:noFill/>
        </p:spPr>
        <p:txBody>
          <a:bodyPr wrap="square" rtlCol="0">
            <a:spAutoFit/>
          </a:bodyPr>
          <a:lstStyle/>
          <a:p>
            <a:r>
              <a:rPr lang="en-US" sz="5400" dirty="0"/>
              <a:t> </a:t>
            </a:r>
            <a:r>
              <a:rPr lang="en-US" sz="5400" b="1" dirty="0">
                <a:solidFill>
                  <a:schemeClr val="accent1"/>
                </a:solidFill>
              </a:rPr>
              <a:t>Aim :</a:t>
            </a:r>
          </a:p>
          <a:p>
            <a:endParaRPr lang="en-US" dirty="0"/>
          </a:p>
          <a:p>
            <a:endParaRPr lang="en-US" dirty="0"/>
          </a:p>
          <a:p>
            <a:endParaRPr lang="en-US" dirty="0"/>
          </a:p>
          <a:p>
            <a:r>
              <a:rPr lang="en-US" sz="3600" dirty="0"/>
              <a:t>To design and develop a C++ based Bank Management Application that performs basic banking operations such as account creation, deposit, withdrawal, and balance enquiry using object-oriented programming concepts and file handling for permanent data storage.</a:t>
            </a:r>
            <a:endParaRPr lang="en-IN" sz="3600" dirty="0"/>
          </a:p>
        </p:txBody>
      </p:sp>
    </p:spTree>
    <p:extLst>
      <p:ext uri="{BB962C8B-B14F-4D97-AF65-F5344CB8AC3E}">
        <p14:creationId xmlns:p14="http://schemas.microsoft.com/office/powerpoint/2010/main" val="598974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DB1B978-95B0-7424-D67E-747A312C33C4}"/>
              </a:ext>
            </a:extLst>
          </p:cNvPr>
          <p:cNvSpPr txBox="1"/>
          <p:nvPr/>
        </p:nvSpPr>
        <p:spPr>
          <a:xfrm>
            <a:off x="0" y="0"/>
            <a:ext cx="12192000" cy="6370975"/>
          </a:xfrm>
          <a:prstGeom prst="rect">
            <a:avLst/>
          </a:prstGeom>
          <a:noFill/>
        </p:spPr>
        <p:txBody>
          <a:bodyPr wrap="square" rtlCol="0">
            <a:spAutoFit/>
          </a:bodyPr>
          <a:lstStyle/>
          <a:p>
            <a:r>
              <a:rPr lang="en-US" sz="5400" b="1" dirty="0">
                <a:solidFill>
                  <a:schemeClr val="accent1"/>
                </a:solidFill>
              </a:rPr>
              <a:t>Key Features:</a:t>
            </a:r>
          </a:p>
          <a:p>
            <a:endParaRPr lang="en-US" sz="4800" b="1" dirty="0">
              <a:solidFill>
                <a:schemeClr val="accent1"/>
              </a:solidFill>
            </a:endParaRPr>
          </a:p>
          <a:p>
            <a:endParaRPr lang="en-US" dirty="0"/>
          </a:p>
          <a:p>
            <a:r>
              <a:rPr lang="en-US" sz="3600" dirty="0"/>
              <a:t>1.Create and manage customer bank accounts.</a:t>
            </a:r>
          </a:p>
          <a:p>
            <a:r>
              <a:rPr lang="en-US" sz="3600" dirty="0"/>
              <a:t>2.Deposit money into existing accounts.</a:t>
            </a:r>
          </a:p>
          <a:p>
            <a:r>
              <a:rPr lang="en-US" sz="3600" dirty="0"/>
              <a:t>3.Withdraw money from customer accounts.</a:t>
            </a:r>
          </a:p>
          <a:p>
            <a:r>
              <a:rPr lang="en-US" sz="3600" dirty="0"/>
              <a:t>4.Check account balance and account details.</a:t>
            </a:r>
          </a:p>
          <a:p>
            <a:r>
              <a:rPr lang="en-US" sz="3600" dirty="0"/>
              <a:t>5.Store customer records permanently using file handling.</a:t>
            </a:r>
          </a:p>
          <a:p>
            <a:r>
              <a:rPr lang="en-US" sz="3600" dirty="0"/>
              <a:t>6.Menu-driven interface for easy operation.</a:t>
            </a:r>
          </a:p>
          <a:p>
            <a:r>
              <a:rPr lang="en-US" sz="3600" dirty="0"/>
              <a:t>7.Implementation of object-oriented programming using        classes.</a:t>
            </a:r>
            <a:endParaRPr lang="en-IN" sz="3600" dirty="0"/>
          </a:p>
        </p:txBody>
      </p:sp>
    </p:spTree>
    <p:extLst>
      <p:ext uri="{BB962C8B-B14F-4D97-AF65-F5344CB8AC3E}">
        <p14:creationId xmlns:p14="http://schemas.microsoft.com/office/powerpoint/2010/main" val="3796067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2615A00-A3FF-210D-876B-78C7A813D9CF}"/>
              </a:ext>
            </a:extLst>
          </p:cNvPr>
          <p:cNvSpPr txBox="1"/>
          <p:nvPr/>
        </p:nvSpPr>
        <p:spPr>
          <a:xfrm>
            <a:off x="0" y="0"/>
            <a:ext cx="12192000" cy="5816977"/>
          </a:xfrm>
          <a:prstGeom prst="rect">
            <a:avLst/>
          </a:prstGeom>
          <a:noFill/>
        </p:spPr>
        <p:txBody>
          <a:bodyPr wrap="square" rtlCol="0">
            <a:spAutoFit/>
          </a:bodyPr>
          <a:lstStyle/>
          <a:p>
            <a:r>
              <a:rPr lang="en-US" sz="5400" b="1" dirty="0">
                <a:solidFill>
                  <a:schemeClr val="accent1"/>
                </a:solidFill>
              </a:rPr>
              <a:t>Scope of the Project:</a:t>
            </a:r>
          </a:p>
          <a:p>
            <a:endParaRPr lang="en-US" sz="4400" b="1" dirty="0">
              <a:solidFill>
                <a:schemeClr val="accent1"/>
              </a:solidFill>
            </a:endParaRPr>
          </a:p>
          <a:p>
            <a:endParaRPr lang="en-US" dirty="0"/>
          </a:p>
          <a:p>
            <a:r>
              <a:rPr lang="en-US" sz="3200" dirty="0"/>
              <a:t>The Bank Management Application provides a simple and efficient way to manage customer banking records. It can be used for learning basic banking operations and understanding the concepts of object-oriented programming and file management in C++. The system maintains customer information and transaction details securely within files and can be further enhanced by adding features such as interest calculation, loan management, account transfer, PIN authentication, and transaction history.</a:t>
            </a:r>
            <a:endParaRPr lang="en-IN" sz="3200" dirty="0"/>
          </a:p>
        </p:txBody>
      </p:sp>
    </p:spTree>
    <p:extLst>
      <p:ext uri="{BB962C8B-B14F-4D97-AF65-F5344CB8AC3E}">
        <p14:creationId xmlns:p14="http://schemas.microsoft.com/office/powerpoint/2010/main" val="27114546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0B32F59-63C8-B242-3A6C-A1158F6FE3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41066"/>
            <a:ext cx="4788310" cy="6116934"/>
          </a:xfrm>
          <a:prstGeom prst="rect">
            <a:avLst/>
          </a:prstGeom>
        </p:spPr>
      </p:pic>
      <p:sp>
        <p:nvSpPr>
          <p:cNvPr id="5" name="TextBox 4">
            <a:extLst>
              <a:ext uri="{FF2B5EF4-FFF2-40B4-BE49-F238E27FC236}">
                <a16:creationId xmlns:a16="http://schemas.microsoft.com/office/drawing/2014/main" id="{DCB94A30-F3FF-61C9-FEEF-C60CD1A10E62}"/>
              </a:ext>
            </a:extLst>
          </p:cNvPr>
          <p:cNvSpPr txBox="1"/>
          <p:nvPr/>
        </p:nvSpPr>
        <p:spPr>
          <a:xfrm>
            <a:off x="0" y="0"/>
            <a:ext cx="4837471" cy="769441"/>
          </a:xfrm>
          <a:prstGeom prst="rect">
            <a:avLst/>
          </a:prstGeom>
          <a:noFill/>
        </p:spPr>
        <p:txBody>
          <a:bodyPr wrap="square" rtlCol="0">
            <a:spAutoFit/>
          </a:bodyPr>
          <a:lstStyle/>
          <a:p>
            <a:r>
              <a:rPr lang="en-US" sz="4400" b="1" dirty="0">
                <a:solidFill>
                  <a:schemeClr val="accent1"/>
                </a:solidFill>
              </a:rPr>
              <a:t>Sample Program:</a:t>
            </a:r>
            <a:endParaRPr lang="en-IN" sz="4400" b="1" dirty="0">
              <a:solidFill>
                <a:schemeClr val="accent1"/>
              </a:solidFill>
            </a:endParaRPr>
          </a:p>
        </p:txBody>
      </p:sp>
    </p:spTree>
    <p:extLst>
      <p:ext uri="{BB962C8B-B14F-4D97-AF65-F5344CB8AC3E}">
        <p14:creationId xmlns:p14="http://schemas.microsoft.com/office/powerpoint/2010/main" val="13911981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914768-7856-4985-7804-8550E83D0C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7039"/>
            <a:ext cx="4621161" cy="6858000"/>
          </a:xfrm>
          <a:prstGeom prst="rect">
            <a:avLst/>
          </a:prstGeom>
        </p:spPr>
      </p:pic>
    </p:spTree>
    <p:extLst>
      <p:ext uri="{BB962C8B-B14F-4D97-AF65-F5344CB8AC3E}">
        <p14:creationId xmlns:p14="http://schemas.microsoft.com/office/powerpoint/2010/main" val="20848030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35DE98-99F3-0C2B-1405-3EA6235DA8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4837471" cy="6858000"/>
          </a:xfrm>
          <a:prstGeom prst="rect">
            <a:avLst/>
          </a:prstGeom>
        </p:spPr>
      </p:pic>
    </p:spTree>
    <p:extLst>
      <p:ext uri="{BB962C8B-B14F-4D97-AF65-F5344CB8AC3E}">
        <p14:creationId xmlns:p14="http://schemas.microsoft.com/office/powerpoint/2010/main" val="2658000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0BF2267-B62D-BF2E-5CAC-81DA630C08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8697" y="1302007"/>
            <a:ext cx="3877216" cy="4391638"/>
          </a:xfrm>
          <a:prstGeom prst="rect">
            <a:avLst/>
          </a:prstGeom>
        </p:spPr>
      </p:pic>
      <p:sp>
        <p:nvSpPr>
          <p:cNvPr id="6" name="TextBox 5">
            <a:extLst>
              <a:ext uri="{FF2B5EF4-FFF2-40B4-BE49-F238E27FC236}">
                <a16:creationId xmlns:a16="http://schemas.microsoft.com/office/drawing/2014/main" id="{ABDD7969-A484-6442-3887-8A7563429407}"/>
              </a:ext>
            </a:extLst>
          </p:cNvPr>
          <p:cNvSpPr txBox="1"/>
          <p:nvPr/>
        </p:nvSpPr>
        <p:spPr>
          <a:xfrm>
            <a:off x="0" y="0"/>
            <a:ext cx="4414684" cy="707886"/>
          </a:xfrm>
          <a:prstGeom prst="rect">
            <a:avLst/>
          </a:prstGeom>
          <a:noFill/>
        </p:spPr>
        <p:txBody>
          <a:bodyPr wrap="square" rtlCol="0">
            <a:spAutoFit/>
          </a:bodyPr>
          <a:lstStyle/>
          <a:p>
            <a:r>
              <a:rPr lang="en-US" sz="4000" b="1" dirty="0">
                <a:solidFill>
                  <a:schemeClr val="tx2">
                    <a:lumMod val="75000"/>
                    <a:lumOff val="25000"/>
                  </a:schemeClr>
                </a:solidFill>
              </a:rPr>
              <a:t>Output:</a:t>
            </a:r>
            <a:endParaRPr lang="en-IN" sz="4000" b="1" dirty="0">
              <a:solidFill>
                <a:schemeClr val="tx2">
                  <a:lumMod val="75000"/>
                  <a:lumOff val="25000"/>
                </a:schemeClr>
              </a:solidFill>
            </a:endParaRPr>
          </a:p>
        </p:txBody>
      </p:sp>
      <p:pic>
        <p:nvPicPr>
          <p:cNvPr id="8" name="Picture 7">
            <a:extLst>
              <a:ext uri="{FF2B5EF4-FFF2-40B4-BE49-F238E27FC236}">
                <a16:creationId xmlns:a16="http://schemas.microsoft.com/office/drawing/2014/main" id="{B9CDFFAC-E0AB-14B5-1145-002DBA324F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6638" y="149942"/>
            <a:ext cx="3555117" cy="6558116"/>
          </a:xfrm>
          <a:prstGeom prst="rect">
            <a:avLst/>
          </a:prstGeom>
        </p:spPr>
      </p:pic>
    </p:spTree>
    <p:extLst>
      <p:ext uri="{BB962C8B-B14F-4D97-AF65-F5344CB8AC3E}">
        <p14:creationId xmlns:p14="http://schemas.microsoft.com/office/powerpoint/2010/main" val="30752844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9639AF-64C3-2D2D-472B-6C63E8205A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040" y="0"/>
            <a:ext cx="3131688" cy="6858000"/>
          </a:xfrm>
          <a:prstGeom prst="rect">
            <a:avLst/>
          </a:prstGeom>
        </p:spPr>
      </p:pic>
      <p:pic>
        <p:nvPicPr>
          <p:cNvPr id="5" name="Picture 4">
            <a:extLst>
              <a:ext uri="{FF2B5EF4-FFF2-40B4-BE49-F238E27FC236}">
                <a16:creationId xmlns:a16="http://schemas.microsoft.com/office/drawing/2014/main" id="{66F58BDC-A6A8-75D5-CEEF-684F806756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3197" y="104311"/>
            <a:ext cx="4010585" cy="6649378"/>
          </a:xfrm>
          <a:prstGeom prst="rect">
            <a:avLst/>
          </a:prstGeom>
        </p:spPr>
      </p:pic>
    </p:spTree>
    <p:extLst>
      <p:ext uri="{BB962C8B-B14F-4D97-AF65-F5344CB8AC3E}">
        <p14:creationId xmlns:p14="http://schemas.microsoft.com/office/powerpoint/2010/main" val="1346919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B7B51D-B77B-B354-C447-41AF395EE8C8}"/>
              </a:ext>
            </a:extLst>
          </p:cNvPr>
          <p:cNvSpPr txBox="1"/>
          <p:nvPr/>
        </p:nvSpPr>
        <p:spPr>
          <a:xfrm>
            <a:off x="0" y="0"/>
            <a:ext cx="12192000" cy="5416868"/>
          </a:xfrm>
          <a:prstGeom prst="rect">
            <a:avLst/>
          </a:prstGeom>
          <a:noFill/>
        </p:spPr>
        <p:txBody>
          <a:bodyPr wrap="square" rtlCol="0">
            <a:spAutoFit/>
          </a:bodyPr>
          <a:lstStyle/>
          <a:p>
            <a:r>
              <a:rPr lang="en-US" sz="5400" b="1" dirty="0">
                <a:solidFill>
                  <a:schemeClr val="accent1"/>
                </a:solidFill>
              </a:rPr>
              <a:t>Conclusion:</a:t>
            </a:r>
          </a:p>
          <a:p>
            <a:endParaRPr lang="en-US" dirty="0"/>
          </a:p>
          <a:p>
            <a:endParaRPr lang="en-US" dirty="0"/>
          </a:p>
          <a:p>
            <a:r>
              <a:rPr lang="en-US" sz="3200" dirty="0"/>
              <a:t>The Bank Management Application was successfully developed using C++ with object-oriented programming and file handling techniques. The system allows users to create accounts, deposit and withdraw money, and check account balances while maintaining persistent customer records. This project demonstrates the practical implementation of banking operations and provides a strong foundation for developing more advanced banking software systems.</a:t>
            </a:r>
            <a:endParaRPr lang="en-IN" sz="3200" dirty="0"/>
          </a:p>
        </p:txBody>
      </p:sp>
    </p:spTree>
    <p:extLst>
      <p:ext uri="{BB962C8B-B14F-4D97-AF65-F5344CB8AC3E}">
        <p14:creationId xmlns:p14="http://schemas.microsoft.com/office/powerpoint/2010/main" val="9256280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260</Words>
  <Application>Microsoft Office PowerPoint</Application>
  <PresentationFormat>Widescreen</PresentationFormat>
  <Paragraphs>27</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OMKAR HATTALI</dc:creator>
  <cp:lastModifiedBy>OMKAR HATTALI</cp:lastModifiedBy>
  <cp:revision>1</cp:revision>
  <dcterms:created xsi:type="dcterms:W3CDTF">2026-06-11T07:04:00Z</dcterms:created>
  <dcterms:modified xsi:type="dcterms:W3CDTF">2026-06-11T12:59:54Z</dcterms:modified>
</cp:coreProperties>
</file>